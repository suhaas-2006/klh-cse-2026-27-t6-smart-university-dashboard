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1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03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60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0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68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9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5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8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7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1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44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6269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91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98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291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795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92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DDF22F9-5C1B-49EF-9CDB-DE4B89D53BDA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980F4-4922-416B-BF12-1A71DBDDC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89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B40F07-5DE8-7D88-9187-6B3D67BEF3C2}"/>
              </a:ext>
            </a:extLst>
          </p:cNvPr>
          <p:cNvSpPr txBox="1"/>
          <p:nvPr/>
        </p:nvSpPr>
        <p:spPr>
          <a:xfrm>
            <a:off x="1747075" y="1342383"/>
            <a:ext cx="8697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Smart University Data Engineering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51BF2-6F77-8C47-BCE1-DCC58403099D}"/>
              </a:ext>
            </a:extLst>
          </p:cNvPr>
          <p:cNvSpPr txBox="1"/>
          <p:nvPr/>
        </p:nvSpPr>
        <p:spPr>
          <a:xfrm>
            <a:off x="621030" y="3981950"/>
            <a:ext cx="64564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Batch No: 6</a:t>
            </a:r>
          </a:p>
          <a:p>
            <a:r>
              <a:rPr lang="en-IN" sz="2800" dirty="0"/>
              <a:t>Team Members:</a:t>
            </a:r>
          </a:p>
          <a:p>
            <a:r>
              <a:rPr lang="en-IN" sz="2800" dirty="0"/>
              <a:t>N Sai Suhaas – 2420030734</a:t>
            </a:r>
          </a:p>
          <a:p>
            <a:r>
              <a:rPr lang="en-IN" sz="2800" dirty="0"/>
              <a:t>A Sudarsan Krishna – 2420030641</a:t>
            </a:r>
          </a:p>
          <a:p>
            <a:r>
              <a:rPr lang="en-IN" sz="2800" dirty="0"/>
              <a:t>A Dhanush - 2420030639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CC4F5-506A-400D-4DE8-A420DE2BFB6C}"/>
              </a:ext>
            </a:extLst>
          </p:cNvPr>
          <p:cNvSpPr txBox="1"/>
          <p:nvPr/>
        </p:nvSpPr>
        <p:spPr>
          <a:xfrm>
            <a:off x="7939278" y="5270284"/>
            <a:ext cx="4066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Faculty: </a:t>
            </a:r>
            <a:r>
              <a:rPr lang="en-IN" sz="3600" dirty="0" err="1"/>
              <a:t>Dr.N</a:t>
            </a:r>
            <a:r>
              <a:rPr lang="en-IN" sz="3600" dirty="0"/>
              <a:t> Sirisha</a:t>
            </a:r>
          </a:p>
        </p:txBody>
      </p:sp>
    </p:spTree>
    <p:extLst>
      <p:ext uri="{BB962C8B-B14F-4D97-AF65-F5344CB8AC3E}">
        <p14:creationId xmlns:p14="http://schemas.microsoft.com/office/powerpoint/2010/main" val="380256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F6F55B-BF4D-DE3E-9060-AA3EE605C212}"/>
              </a:ext>
            </a:extLst>
          </p:cNvPr>
          <p:cNvSpPr txBox="1"/>
          <p:nvPr/>
        </p:nvSpPr>
        <p:spPr>
          <a:xfrm>
            <a:off x="1484302" y="1472857"/>
            <a:ext cx="9004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/>
              <a:t>Growing University Data</a:t>
            </a:r>
            <a:r>
              <a:rPr lang="en-IN" dirty="0"/>
              <a:t>: Modern universities generate large amounts of data related to students, courses, departments, faculty, attendance, examinations, and academic performance.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/>
              <a:t>Need for Data Management</a:t>
            </a:r>
            <a:r>
              <a:rPr lang="en-IN" dirty="0"/>
              <a:t>: Managing this data across multiple files and systems can result in duplication, inconsistencies, missing information, and difficulty in accessing reliable data.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/>
              <a:t>Data Engineering Approach</a:t>
            </a:r>
            <a:r>
              <a:rPr lang="en-IN" dirty="0"/>
              <a:t>: The project applies data engineering techniques to collect, clean, transform, integrate, and store university data in a structured manner.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/>
              <a:t>Meaningful Insights</a:t>
            </a:r>
            <a:r>
              <a:rPr lang="en-IN" dirty="0"/>
              <a:t>: Processed data can be </a:t>
            </a:r>
            <a:r>
              <a:rPr lang="en-IN" dirty="0" err="1"/>
              <a:t>analyzed</a:t>
            </a:r>
            <a:r>
              <a:rPr lang="en-IN" dirty="0"/>
              <a:t> through reports and dashboards to identify student performance, course trends, departmental statistics, and other important patterns.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/>
              <a:t>Smart Decision Making</a:t>
            </a:r>
            <a:r>
              <a:rPr lang="en-IN" dirty="0"/>
              <a:t>: The platform provides a reliable foundation for data-driven university management and can be extended with cloud technologies, real-time data processing, and machine learning.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56D0D-8B5B-BF60-98D3-A4239BE5FEE9}"/>
              </a:ext>
            </a:extLst>
          </p:cNvPr>
          <p:cNvSpPr txBox="1"/>
          <p:nvPr/>
        </p:nvSpPr>
        <p:spPr>
          <a:xfrm>
            <a:off x="4153662" y="764971"/>
            <a:ext cx="3646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Introduction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1553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AC1EE7-9944-7B25-EEA8-A407E2AC72AC}"/>
              </a:ext>
            </a:extLst>
          </p:cNvPr>
          <p:cNvSpPr txBox="1"/>
          <p:nvPr/>
        </p:nvSpPr>
        <p:spPr>
          <a:xfrm>
            <a:off x="1616583" y="892290"/>
            <a:ext cx="895883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Centralized Data Platform:</a:t>
            </a:r>
            <a:r>
              <a:rPr lang="en-IN" dirty="0"/>
              <a:t> Integrates university data such as students, departments, courses, faculty, attendance, and academic performance into a unified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Ingestion: </a:t>
            </a:r>
            <a:r>
              <a:rPr lang="en-IN" dirty="0"/>
              <a:t>Collects data from multiple structured sources such as CSV files, databases, and other data 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Cleaning &amp; Validation: </a:t>
            </a:r>
            <a:r>
              <a:rPr lang="en-IN" dirty="0"/>
              <a:t>Identifies and handles missing values, duplicates, inconsistent formats, and invalid records to improve data quality.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Transformation: </a:t>
            </a:r>
            <a:r>
              <a:rPr lang="en-IN" dirty="0"/>
              <a:t>Converts raw data into structured, standardized, and analysis-ready datasets through filtering, aggregation, and transformation.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Storage:</a:t>
            </a:r>
            <a:r>
              <a:rPr lang="en-IN" dirty="0"/>
              <a:t> Stores processed data in an organized and scalable storage system for easy access, management, and future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Analytics &amp; Visualization:</a:t>
            </a:r>
            <a:r>
              <a:rPr lang="en-IN" dirty="0"/>
              <a:t> Generates meaningful insights through reports and dashboards, helping </a:t>
            </a:r>
            <a:r>
              <a:rPr lang="en-IN" dirty="0" err="1"/>
              <a:t>analyze</a:t>
            </a:r>
            <a:r>
              <a:rPr lang="en-IN" dirty="0"/>
              <a:t> student performance, course statistics, and departmental trends.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Data-Driven Decision Making:</a:t>
            </a:r>
            <a:r>
              <a:rPr lang="en-IN" dirty="0"/>
              <a:t> Provides a foundation for efficient university management, with future scope for cloud integration, real-time processing, and predictive analytics.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CE001-D0BB-1A30-CE2B-967F25931332}"/>
              </a:ext>
            </a:extLst>
          </p:cNvPr>
          <p:cNvSpPr txBox="1"/>
          <p:nvPr/>
        </p:nvSpPr>
        <p:spPr>
          <a:xfrm>
            <a:off x="5361050" y="473416"/>
            <a:ext cx="203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Abstract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287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E6287-6C9A-2BA9-1D55-EA031E186364}"/>
              </a:ext>
            </a:extLst>
          </p:cNvPr>
          <p:cNvSpPr txBox="1"/>
          <p:nvPr/>
        </p:nvSpPr>
        <p:spPr>
          <a:xfrm>
            <a:off x="1012723" y="1180208"/>
            <a:ext cx="99994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markup-bold"/>
              </a:rPr>
              <a:t>Stage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Tool/Technology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Purpose</a:t>
            </a:r>
            <a:r>
              <a:rPr lang="en-IN" sz="2400" dirty="0"/>
              <a:t>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Data Generation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Python</a:t>
            </a:r>
            <a:r>
              <a:rPr lang="en-IN" sz="2400" dirty="0"/>
              <a:t> Generate student, department, course, faculty, etc. data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2. Data Ingestion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Python + Pandas</a:t>
            </a:r>
            <a:r>
              <a:rPr lang="en-IN" sz="2400" dirty="0"/>
              <a:t> Read CSV files and load raw data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3. Data Cleaning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Pandas</a:t>
            </a:r>
            <a:r>
              <a:rPr lang="en-IN" sz="2400" dirty="0"/>
              <a:t> Handle missing values, duplicates, incorrect formats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4. Data Transformation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Pandas + Python</a:t>
            </a:r>
            <a:r>
              <a:rPr lang="en-IN" sz="2400" dirty="0"/>
              <a:t> Filter, merge, aggregate, and transform datasets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5. Data Storage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PostgreSQL</a:t>
            </a:r>
            <a:r>
              <a:rPr lang="en-IN" sz="2400" dirty="0"/>
              <a:t> Store cleaned and transformed university data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6. Data Visualization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Power BI</a:t>
            </a:r>
            <a:r>
              <a:rPr lang="en-IN" sz="2400" dirty="0"/>
              <a:t> Create dashboards, charts, and reports </a:t>
            </a:r>
          </a:p>
          <a:p>
            <a:pPr marL="342900" indent="-342900">
              <a:buAutoNum type="arabicPeriod"/>
            </a:pPr>
            <a:r>
              <a:rPr lang="en-IN" sz="2400" dirty="0">
                <a:effectLst/>
                <a:latin typeface="markup-bold"/>
              </a:rPr>
              <a:t>7. Development &amp; Management</a:t>
            </a:r>
            <a:r>
              <a:rPr lang="en-IN" sz="2400" dirty="0"/>
              <a:t> </a:t>
            </a:r>
            <a:r>
              <a:rPr lang="en-IN" sz="2400" dirty="0">
                <a:effectLst/>
                <a:latin typeface="markup-bold"/>
              </a:rPr>
              <a:t>VS Code + Git/GitHub</a:t>
            </a:r>
            <a:r>
              <a:rPr lang="en-IN" sz="2400" dirty="0"/>
              <a:t> Write code, organize the project, and maintain versions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C697E-52DE-9D77-269C-69F022C347EF}"/>
              </a:ext>
            </a:extLst>
          </p:cNvPr>
          <p:cNvSpPr txBox="1"/>
          <p:nvPr/>
        </p:nvSpPr>
        <p:spPr>
          <a:xfrm>
            <a:off x="3913238" y="533877"/>
            <a:ext cx="4365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effectLst/>
                <a:latin typeface="markup-bold"/>
              </a:rPr>
              <a:t>Tools &amp; Technologies</a:t>
            </a:r>
            <a:r>
              <a:rPr lang="en-IN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678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FD23D-2474-DF89-9EB2-4B6018925A05}"/>
              </a:ext>
            </a:extLst>
          </p:cNvPr>
          <p:cNvSpPr txBox="1"/>
          <p:nvPr/>
        </p:nvSpPr>
        <p:spPr>
          <a:xfrm>
            <a:off x="4955457" y="3105834"/>
            <a:ext cx="3156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effectLst/>
                <a:latin typeface="markup-bold"/>
              </a:rPr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209220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459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markup-bold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SUHAAS NADAKUDITY</dc:creator>
  <cp:lastModifiedBy>A Sudarsan Krishna</cp:lastModifiedBy>
  <cp:revision>5</cp:revision>
  <dcterms:created xsi:type="dcterms:W3CDTF">2026-08-08T05:18:57Z</dcterms:created>
  <dcterms:modified xsi:type="dcterms:W3CDTF">2026-08-08T05:45:56Z</dcterms:modified>
</cp:coreProperties>
</file>